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0B1E3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grounding for AI agents in regulated industries.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obligation knowledge graph, guardrails, and runtime that make any agent regulatory-aware.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669280"/>
            <a:ext cx="2286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Teaser  ·  Pre-Seed  ·  Thinkertons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can't be trusted inside regulated workflows.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5052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68880"/>
            <a:ext cx="73152" cy="3474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34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52044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Hallucinate regulation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277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confidently cite the wrong clauses, wrong jurisdictions, and outdated standards — at exactly the moments where being wrong triggers a recall or a fine.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8160" y="2468880"/>
            <a:ext cx="35052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8160" y="2468880"/>
            <a:ext cx="73152" cy="3474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920" y="28346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3920" y="352044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prove what they did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93920" y="4160520"/>
            <a:ext cx="277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need traceable decisions, evidence, and version-locked citations. Chat transcripts are not an audit trail.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7680" y="2468880"/>
            <a:ext cx="35052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07680" y="2468880"/>
            <a:ext cx="73152" cy="3474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8346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3440" y="352044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 at the gate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73440" y="4160520"/>
            <a:ext cx="277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QARA, legal, and risk teams refuse to deploy agents they can't qualify, validate, or rollback. So agents never leave the demo.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devices, pharma, finance, energy — the industries that need AI agents most are the ones that can least tolerate ungrounded ones.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is not a wrapper. It's the ground.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approach treats regulation as a filter bolted onto a generic LLM.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invert the stack.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Obligations, constraints, evidence types, and cross-references are represented as a machine-readable knowledge graph — the ground truth the agent stands on before it generates a single token of output.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2286000"/>
            <a:ext cx="4846320" cy="868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2286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 (CAPA, PSUR, audit reply…)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3291840"/>
            <a:ext cx="4846320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·  qualify → validate → trace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4297680"/>
            <a:ext cx="4846320" cy="8686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0" y="4297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 ·  obligation knowledge graph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5303520"/>
            <a:ext cx="4846320" cy="8686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53035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(EU MDR, ISO 13485, 21 CFR 820…)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6400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Ground-up, not bolted-on.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Smarticus — three layers, one promise.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505200" cy="34747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68880"/>
            <a:ext cx="350520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03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1188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Ground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knowledge graph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617720"/>
            <a:ext cx="277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Neo4j graph of obligations, constraints, definitions, evidence types, and cross-references — curated from EU MDR, ISO 13485, ISO 14971, 21 CFR 820, IMDRF, UK MDR, MDCG, and growing.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8160" y="2468880"/>
            <a:ext cx="3505200" cy="34747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8160" y="2468880"/>
            <a:ext cx="350520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920" y="28803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3920" y="361188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93920" y="416052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· validate · trace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93920" y="4617720"/>
            <a:ext cx="277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qualification gates, post-execution compliance validation, and hash-chained decision traces that stand up to an audit — sealed into every agent's lifecycle.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07680" y="2468880"/>
            <a:ext cx="3505200" cy="34747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07680" y="2468880"/>
            <a:ext cx="350520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88036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73440" y="361188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Sandbox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473440" y="416052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agent runtime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73440" y="4617720"/>
            <a:ext cx="277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runtime where QMS processes (CAPA, complaints, PSUR, audit) run as sealed agents — with HITL gates, provenance, and a capability-based LLM abstraction.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stack. Model-agnostic. Regulator-defensible.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meet agents where they already live.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2011680" cy="2011680"/>
          </a:xfrm>
          <a:prstGeom prst="ellipse">
            <a:avLst/>
          </a:prstGeom>
          <a:solidFill>
            <a:srgbClr val="0B1E3F"/>
          </a:solidFill>
          <a:ln w="381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4688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tools · stdio + HTTP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3474720"/>
            <a:ext cx="1920240" cy="-146304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0" y="1783080"/>
            <a:ext cx="20116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37360" y="3474720"/>
            <a:ext cx="2103120" cy="-27432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840480" y="2971800"/>
            <a:ext cx="20116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37360" y="3474720"/>
            <a:ext cx="1920240" cy="91440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657600" y="4160520"/>
            <a:ext cx="20116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surfaces, one graph.</a:t>
            </a:r>
            <a:endParaRPr lang="en-US" sz="2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88036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3524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 ·  now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35240" y="32186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compliance tools for any MCP-compatible agent. Open distribution, low-friction adoption.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02336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6352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API  ·  next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635240" y="43616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GraphQL paid tier for enterprise agent platforms that need programmatic grounding.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1663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63524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 ·  later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635240" y="55046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UI where QARA teams configure grounded agents against the graph and export portable code.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WEDGE &amp; EXPANSION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in medical devices. Expand to every regulated vertical.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77440"/>
            <a:ext cx="502920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51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Beachhead: Medical Device QMS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QMS under EU MDR + ISO 13485 for every device on market.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processes — CAPA, complaints, PSUR, nonconformances, audit — are repetitive, high-cost, and deeply templated.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QARA teams already pay six figures per year for static document systems that don't think.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change velocity is rising — MDCG guidance, AI Act, UK divergence — and humans can't keep up.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same graph unlocks…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2834640"/>
            <a:ext cx="5760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834640"/>
            <a:ext cx="73152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9718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66560" y="3218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GxP, FDA 21 CFR 11, EMA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0" y="3657600"/>
            <a:ext cx="5760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0" y="3657600"/>
            <a:ext cx="73152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794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76656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SEC, MiFID, Basel, AML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43600" y="4480560"/>
            <a:ext cx="5760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43600" y="4480560"/>
            <a:ext cx="73152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6177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critical infra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766560" y="4864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NERC CIP, NIS2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43600" y="5303520"/>
            <a:ext cx="5760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943600" y="5303520"/>
            <a:ext cx="73152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4406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665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&amp; automotive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766560" y="56875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AS9100, IATF 16949, DO-178C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curves are colliding.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5052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get real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277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can finally follow multi-step processes with tools. QARA leaders are piloting agents in CAPA and complaints — and getting burned on traceability.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8160" y="2468880"/>
            <a:ext cx="35052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3920" y="28346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39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93920" y="365760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Regulators wake up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93920" y="4297680"/>
            <a:ext cx="277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Act, FDA Good Machine Learning Practice, MDCG on agentic systems. 'Show the regulator your trace' is no longer optional.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7680" y="2468880"/>
            <a:ext cx="35052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3440" y="28346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34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73440" y="365760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becomes the rail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73440" y="4297680"/>
            <a:ext cx="277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is emerging as the connective tissue for AI agents. Whoever owns the compliance MCP owns compliance grounding for the next decade.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for a default compliance grounding layer is open — and closing.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compounds.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77440"/>
            <a:ext cx="73152" cy="1737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974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651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graph is the asset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08760" y="31546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regulation, cross-reference, and evidence type strengthens the grounding quality for every agent on the network.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37744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2377440"/>
            <a:ext cx="73152" cy="1737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974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651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+ curated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178040" y="31546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YAMLs are open-source and community-contributed; our curation, QA, and cross-referencing are the defensible layer.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4389120"/>
            <a:ext cx="73152" cy="1737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091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663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Sealed lifecycle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508760" y="5166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→ execute → validate → trace is enforced at the framework level. Competitors building agent-by-agent compliance can't match the guarantees.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38912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4389120"/>
            <a:ext cx="73152" cy="1737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7091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663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Regulator-grade traceability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178040" y="5166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decision traces, verifiable end-to-end. Once a customer ships an audit on our trace, switching cost is structural.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Built, grounded, shipping.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4780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knowledge graph live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27249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regulations seeded — EU MDR, ISO 13485, ISO 14971, 21 CFR 820, IMDRF, UK MDR, MDCG.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25526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shipped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97280" y="3502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compliance tools exposed over stdio + HTTP. Usable today from Claude Code, Cursor, and custom agents.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03250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agent framework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97280" y="4279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→ execute → validate → trace — with hash-chained traceability and mock-LLM test harness.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75488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80974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4709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processes in sandbox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97280" y="50566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CAPA, complaints, nonconformances, trend reporting, change control, audit — grounded end-to-end.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53212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5586984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Capability-based LLM layer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097280" y="5833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by design. Claude, GPT, Gemini, and whatever's next plug in through a single abstraction.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229600" y="2377440"/>
            <a:ext cx="3474720" cy="37947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229600" y="2377440"/>
            <a:ext cx="347472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503920" y="301752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 in medical device QARA.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the MCP server for production deployments.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Knowledge Graph API tier.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into pharma GxP as the second vertical.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us make every AI agent regulatory-aware by default.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3566160"/>
            <a:ext cx="3322320" cy="23774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566160"/>
            <a:ext cx="73152" cy="2377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886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38404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round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43000" y="4526280"/>
            <a:ext cx="286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 a focused pre-seed to expand the graph, land the first design partners, and harden the MCP server for production.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9600" y="3566160"/>
            <a:ext cx="3322320" cy="23774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19600" y="3566160"/>
            <a:ext cx="73152" cy="2377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40" y="3886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9720" y="38404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partners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39640" y="4526280"/>
            <a:ext cx="286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with reach into QARA leaders at top-20 med-device manufacturers and frontier AI platform teams.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16240" y="3566160"/>
            <a:ext cx="3322320" cy="23774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16240" y="3566160"/>
            <a:ext cx="73152" cy="2377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280" y="38862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6360" y="38404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Conviction, not consensus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36280" y="4526280"/>
            <a:ext cx="286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infrastructure for a market that doesn't know it needs it yet. We want investors who see the graph becoming the default ground.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22960" y="6172200"/>
            <a:ext cx="2286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62910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Musoni  ·  Thinkertons  ·  tmusoni@thinkertons.com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Smarticus  ·  Confidential Teaser  ·  Thinkertons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Smarticus — VC Teaser</dc:title>
  <dc:subject>PptxGenJS Presentation</dc:subject>
  <dc:creator>Smarticus</dc:creator>
  <cp:lastModifiedBy>Smarticus</cp:lastModifiedBy>
  <cp:revision>1</cp:revision>
  <dcterms:created xsi:type="dcterms:W3CDTF">2026-04-16T00:25:44Z</dcterms:created>
  <dcterms:modified xsi:type="dcterms:W3CDTF">2026-04-16T00:25:44Z</dcterms:modified>
</cp:coreProperties>
</file>